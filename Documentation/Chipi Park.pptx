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3129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2113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43671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10773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98971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59108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0308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4139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7510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10065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2840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605907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28158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97115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152554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12581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8476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98C68D-F4F0-49CD-81C4-DA9887D4319C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91426E-028B-4570-A8EF-2AF90E540B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4256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704D4D-49D5-F3B2-26EE-D5B6F170FF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/>
              <a:t>Chipi Park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179BED9-ED61-D807-8801-071A1041D0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Proyecto personal Factoría F5</a:t>
            </a:r>
          </a:p>
          <a:p>
            <a:r>
              <a:rPr lang="es-ES" dirty="0"/>
              <a:t>Autor: David Vaamonde Bueno</a:t>
            </a:r>
          </a:p>
        </p:txBody>
      </p:sp>
    </p:spTree>
    <p:extLst>
      <p:ext uri="{BB962C8B-B14F-4D97-AF65-F5344CB8AC3E}">
        <p14:creationId xmlns:p14="http://schemas.microsoft.com/office/powerpoint/2010/main" val="2095278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CDFAE0-82D4-D40C-6EF9-AC74A548A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1EC0C8-3625-EE37-CD2F-426F4C5E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0094509"/>
      </p:ext>
    </p:extLst>
  </p:cSld>
  <p:clrMapOvr>
    <a:masterClrMapping/>
  </p:clrMapOvr>
</p:sld>
</file>

<file path=ppt/theme/theme1.xml><?xml version="1.0" encoding="utf-8"?>
<a:theme xmlns:a="http://schemas.openxmlformats.org/drawingml/2006/main" name="Berlín">
  <a:themeElements>
    <a:clrScheme name="Berlí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í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í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TM04033917[[fn=Berlín]]</Template>
  <TotalTime>1</TotalTime>
  <Words>11</Words>
  <Application>Microsoft Office PowerPoint</Application>
  <PresentationFormat>Panorámica</PresentationFormat>
  <Paragraphs>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5" baseType="lpstr">
      <vt:lpstr>Arial</vt:lpstr>
      <vt:lpstr>Trebuchet MS</vt:lpstr>
      <vt:lpstr>Berlín</vt:lpstr>
      <vt:lpstr>Chipi Park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Lapi</dc:creator>
  <cp:lastModifiedBy>David Lapi</cp:lastModifiedBy>
  <cp:revision>1</cp:revision>
  <dcterms:created xsi:type="dcterms:W3CDTF">2026-01-19T09:00:09Z</dcterms:created>
  <dcterms:modified xsi:type="dcterms:W3CDTF">2026-01-19T09:02:00Z</dcterms:modified>
</cp:coreProperties>
</file>